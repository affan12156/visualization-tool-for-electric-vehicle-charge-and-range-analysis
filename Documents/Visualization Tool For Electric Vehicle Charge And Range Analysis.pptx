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1725700212" ContentType="image/1725700212"/>
  <Default Extension="visualization-tool-for-electric-vehicle-charge-and-range-analysis" ContentType="image/visualization-tool-for-electric-vehicle-charge-and-range-analysis"/>
  <Default Extension="1711634743" ContentType="image/1711634743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https://imgv2-2-f.scribdassets.com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https://imgv2-2-f.scribdassets.com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1725700212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visualization-tool-for-electric-vehicle-charge-and-range-analysi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visualization-tool-for-electric-vehicle-charge-and-range-analysi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visualization-tool-for-electric-vehicle-charge-and-range-analysi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visualization-tool-for-electric-vehicle-charge-and-range-analysi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visualization-tool-for-electric-vehicle-charge-and-range-analysi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visualization-tool-for-electric-vehicle-charge-and-range-analysi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visualization-tool-for-electric-vehicle-charge-and-range-analysi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1711634743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visualization-tool-for-electric-vehicle-charge-and-range-analysi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Visualization Tool For Electric Vehicle Charge And Range Analysis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gv2-2-f.scribdassets.com/img/document/755528682/original/08a7860b38/1725700212?v=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EV Charge and Range Visualization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presentation introduces a visualization tool designed for analyzing electric vehicle (EV) charge and range data.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Effective visualization helps users understand EV performance and optimize charging strategies.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tool aims to support manufacturers, users, and policymakers in making data-driven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1baa94dc918ff25da4546afa5b17fbb0718dba75973780dfbc64d6301ab8771e/MJenita/Visualization-Tool-for-Electric-Vehicle-Charge-and-Range-Analys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EV Range Analysis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Range analysis is crucial for assessing the real-world performance of electric vehicles.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helps identify factors that influence driving range, such as speed, terrain, and weather.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range insights can improve user confidence and reduce range anxiety.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1baa94dc918ff25da4546afa5b17fbb0718dba75973780dfbc64d6301ab8771e/MJenita/Visualization-Tool-for-Electric-Vehicle-Charge-and-Range-Analys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Key Features of the Visualization Tool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tool provides interactive dashboards for dynamic data exploration.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supports various data inputs, including GPS, battery status, and environmental conditions.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Customizable charts and maps enable tailored insights for different user needs.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1baa94dc918ff25da4546afa5b17fbb0718dba75973780dfbc64d6301ab8771e/MJenita/Visualization-Tool-for-Electric-Vehicle-Charge-and-Range-Analys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Collection and Integration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is collected from vehicle telematics, charging stations, and user inputs.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Integration with existing EV management platforms allows seamless data flow.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Ensuring data accuracy and security is a priority for reliable analysis.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1baa94dc918ff25da4546afa5b17fbb0718dba75973780dfbc64d6301ab8771e/MJenita/Visualization-Tool-for-Electric-Vehicle-Charge-and-Range-Analys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Visualizing Charging Behavior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tool displays charging sessions over time and location.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highlights patterns such as frequent charging points and peak usage times.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Visualizations help optimize charging infrastructure placement and utilization.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1baa94dc918ff25da4546afa5b17fbb0718dba75973780dfbc64d6301ab8771e/MJenita/Visualization-Tool-for-Electric-Vehicle-Charge-and-Range-Analys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Range Prediction Modeling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algorithms are employed to predict remaining range under various conditions.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Visual outputs include probability distributions and confidence intervals.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predictions assist drivers in planning trips and charging stops effectively.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1baa94dc918ff25da4546afa5b17fbb0718dba75973780dfbc64d6301ab8771e/MJenita/Visualization-Tool-for-Electric-Vehicle-Charge-and-Range-Analys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Geographic and Temporal Analysis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Maps illustrate how range varies across different regions and routes.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Time-series charts show changes in battery health and performance over time.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Geographic insights support infrastructure planning and vehicle deployment strategies.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1baa94dc918ff25da4546afa5b17fbb0718dba75973780dfbc64d6301ab8771e/MJenita/Visualization-Tool-for-Electric-Vehicle-Charge-and-Range-Analys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User Interface and Experience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visualization tool features an intuitive, user-friendly interface.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Interactive elements allow users to drill down into specific data points.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Clear visual cues aid in quick interpretation of complex data sets.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gv2-2-f.scribdassets.com/img/document/678635954/original/697c37df1e/1711634743?v=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Case Studies and Applications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Case studies demonstrate improved route planning and reduced charging times.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Fleet managers utilize the tool to monitor vehicle performance across locations.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Policymakers leverage insights to support EV infrastructure development.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1baa94dc918ff25da4546afa5b17fbb0718dba75973780dfbc64d6301ab8771e/MJenita/Visualization-Tool-for-Electric-Vehicle-Charge-and-Range-Analys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Developments and 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updates will incorporate real-time data and advanced analytics.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visualization tool is a vital asset for enhancing EV efficiency and user experience.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innovation aims to support the broader adoption of electric vehicles worldwide.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Visualization Tool For Electric Vehicle Charge And Range Analysis</dc:title>
  <dc:subject>Visualization Tool For Electric Vehicle Charge And Range Analysis</dc:subject>
  <dc:creator>SlideMake.com</dc:creator>
  <cp:lastModifiedBy>SlideMake.com</cp:lastModifiedBy>
  <cp:revision>1</cp:revision>
  <dcterms:created xsi:type="dcterms:W3CDTF">2026-02-17T13:22:26Z</dcterms:created>
  <dcterms:modified xsi:type="dcterms:W3CDTF">2026-02-17T13:22:26Z</dcterms:modified>
</cp:coreProperties>
</file>